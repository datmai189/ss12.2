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9"/>
  </p:normalViewPr>
  <p:slideViewPr>
    <p:cSldViewPr snapToGrid="0">
      <p:cViewPr varScale="1">
        <p:scale>
          <a:sx n="115" d="100"/>
          <a:sy n="115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2465D46-FA78-4527-9B4D-45DF7B6D3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6D90BF6E-54EF-4BFD-B431-867115F9F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16AD8F25-BBC9-4662-9145-6548118BF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8B7C670-EB7C-4617-959F-ADD0029F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BDC7CD0-2387-4E61-B83F-A937FF4B9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0CA40EE-7AFD-45B0-9E4A-C053F4711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DD70546-DF85-4393-8413-C6C253153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8EBD569-782F-4A03-8E85-B9D15EA5655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89D878A-2837-46E6-ABBD-CCACECED6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F219652-A933-4522-80EE-E0F7A63CF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2D24B40-52C2-4DD9-BAA9-8453613779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0D2A4E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0BD9A9-E9F0-4278-A2C2-F5CD0265E5BE}"/>
              </a:ext>
            </a:extLst>
          </p:cNvPr>
          <p:cNvSpPr>
            <a:spLocks noGrp="1"/>
          </p:cNvSpPr>
          <p:nvPr/>
        </p:nvSpPr>
        <p:spPr>
          <a:xfrm>
            <a:off x="0" y="828675"/>
            <a:ext cx="12192000" cy="47625"/>
          </a:xfrm>
          <a:prstGeom prst="rect">
            <a:avLst/>
          </a:prstGeom>
          <a:solidFill>
            <a:srgbClr val="FF8A1F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62415E-2DF6-400D-8A70-D2286376A687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PTIT-Learning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A6F3C6-6FC1-4559-95EB-97A37A57D67C}"/>
              </a:ext>
            </a:extLst>
          </p:cNvPr>
          <p:cNvSpPr>
            <a:spLocks noGrp="1"/>
          </p:cNvSpPr>
          <p:nvPr/>
        </p:nvSpPr>
        <p:spPr>
          <a:xfrm>
            <a:off x="7658100" y="228600"/>
            <a:ext cx="3924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D9F5"/>
                </a:solidFill>
                <a:latin typeface="Arial"/>
                <a:ea typeface="Arial"/>
                <a:cs typeface="Arial"/>
              </a:rPr>
              <a:t>Học mọi lúc - Nâng tầm tri thức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3D5337-F846-47CB-AF8C-2F2305D658DD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C36B"/>
                </a:solidFill>
                <a:latin typeface="Arial"/>
                <a:ea typeface="Arial"/>
                <a:cs typeface="Arial"/>
              </a:rPr>
              <a:t>MODULE HỌC TRỰC TUYẾN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16356F-BA64-41BB-A4E7-2E639F5CD6CA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8763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Tính năng Lớp học ảo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2F43CC-92A6-4627-AE52-FC9E3514B724}"/>
              </a:ext>
            </a:extLst>
          </p:cNvPr>
          <p:cNvSpPr>
            <a:spLocks noGrp="1"/>
          </p:cNvSpPr>
          <p:nvPr/>
        </p:nvSpPr>
        <p:spPr>
          <a:xfrm>
            <a:off x="628650" y="3048000"/>
            <a:ext cx="7334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95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D9F5"/>
                </a:solidFill>
                <a:latin typeface="Arial"/>
                <a:ea typeface="Arial"/>
                <a:cs typeface="Arial"/>
              </a:rPr>
              <a:t>Giới thiệu tính năng và lộ trình học tập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7366E3-0D29-4AEB-B783-2CF815F52B42}"/>
              </a:ext>
            </a:extLst>
          </p:cNvPr>
          <p:cNvSpPr>
            <a:spLocks noGrp="1"/>
          </p:cNvSpPr>
          <p:nvPr/>
        </p:nvSpPr>
        <p:spPr>
          <a:xfrm>
            <a:off x="628650" y="3886200"/>
            <a:ext cx="4000500" cy="28575"/>
          </a:xfrm>
          <a:prstGeom prst="rect">
            <a:avLst/>
          </a:prstGeom>
          <a:solidFill>
            <a:srgbClr val="FF8A1F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80072A-2E6B-483A-A421-F8DC789B136F}"/>
              </a:ext>
            </a:extLst>
          </p:cNvPr>
          <p:cNvSpPr>
            <a:spLocks noGrp="1"/>
          </p:cNvSpPr>
          <p:nvPr/>
        </p:nvSpPr>
        <p:spPr>
          <a:xfrm>
            <a:off x="628650" y="4114800"/>
            <a:ext cx="819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Video trực tuyến, tương tác, học liệu và tiến độ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3258F65-F978-4CB8-B792-5303ED0F3C12}"/>
              </a:ext>
            </a:extLst>
          </p:cNvPr>
          <p:cNvSpPr>
            <a:spLocks noGrp="1"/>
          </p:cNvSpPr>
          <p:nvPr/>
        </p:nvSpPr>
        <p:spPr>
          <a:xfrm>
            <a:off x="9010650" y="1714500"/>
            <a:ext cx="2000250" cy="2000250"/>
          </a:xfrm>
          <a:prstGeom prst="roundRect">
            <a:avLst>
              <a:gd name="adj" fmla="val 7619"/>
            </a:avLst>
          </a:prstGeom>
          <a:solidFill>
            <a:srgbClr val="143B67"/>
          </a:solidFill>
          <a:ln w="28575">
            <a:solidFill>
              <a:srgbClr val="FF8A1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51C5E57-19FF-4257-B6F1-CE274E118025}"/>
              </a:ext>
            </a:extLst>
          </p:cNvPr>
          <p:cNvSpPr>
            <a:spLocks noGrp="1"/>
          </p:cNvSpPr>
          <p:nvPr/>
        </p:nvSpPr>
        <p:spPr>
          <a:xfrm>
            <a:off x="9525000" y="2095500"/>
            <a:ext cx="971550" cy="971550"/>
          </a:xfrm>
          <a:prstGeom prst="ellipse">
            <a:avLst/>
          </a:prstGeom>
          <a:noFill/>
          <a:ln w="76200">
            <a:solidFill>
              <a:srgbClr val="FF8A1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204944F5-CD93-4034-9A21-015D48686FB4}"/>
              </a:ext>
            </a:extLst>
          </p:cNvPr>
          <p:cNvSpPr>
            <a:spLocks noGrp="1"/>
          </p:cNvSpPr>
          <p:nvPr/>
        </p:nvSpPr>
        <p:spPr>
          <a:xfrm>
            <a:off x="9906000" y="2362200"/>
            <a:ext cx="361950" cy="438150"/>
          </a:xfrm>
          <a:prstGeom prst="triangle">
            <a:avLst/>
          </a:prstGeom>
          <a:solidFill>
            <a:srgbClr val="FF8A1F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903007-7A3B-4506-B63C-14BAE0E081C5}"/>
              </a:ext>
            </a:extLst>
          </p:cNvPr>
          <p:cNvSpPr>
            <a:spLocks noGrp="1"/>
          </p:cNvSpPr>
          <p:nvPr/>
        </p:nvSpPr>
        <p:spPr>
          <a:xfrm>
            <a:off x="9239250" y="3143250"/>
            <a:ext cx="1571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LỚP HỌC ẢO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520420-EE0F-4E97-8E24-3109873E7D2B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2192000" cy="628650"/>
          </a:xfrm>
          <a:prstGeom prst="rect">
            <a:avLst/>
          </a:prstGeom>
          <a:solidFill>
            <a:srgbClr val="0D2A4E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6E7DD4-540C-406E-BCED-535C0F3BAAB6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838200" cy="47625"/>
          </a:xfrm>
          <a:prstGeom prst="rect">
            <a:avLst/>
          </a:prstGeom>
          <a:solidFill>
            <a:srgbClr val="FF8A1F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186D91-8599-48C8-B129-37827AFDFAAE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4CB"/>
                </a:solidFill>
                <a:latin typeface="Arial"/>
                <a:ea typeface="Arial"/>
                <a:cs typeface="Arial"/>
              </a:rPr>
              <a:t>Tài liệu trình bày, ngày 26/10/2026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E6577F-5F54-421F-919A-CB44F727CCC0}"/>
              </a:ext>
            </a:extLst>
          </p:cNvPr>
          <p:cNvSpPr>
            <a:spLocks noGrp="1"/>
          </p:cNvSpPr>
          <p:nvPr/>
        </p:nvSpPr>
        <p:spPr>
          <a:xfrm>
            <a:off x="10820400" y="6362700"/>
            <a:ext cx="76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275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75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C3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8911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F1A6D40-45CA-4BAD-8ED1-DA98455C4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0D2A4E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B83FFA-B7F4-4DF2-9176-D66217E43DE4}"/>
              </a:ext>
            </a:extLst>
          </p:cNvPr>
          <p:cNvSpPr>
            <a:spLocks noGrp="1"/>
          </p:cNvSpPr>
          <p:nvPr/>
        </p:nvSpPr>
        <p:spPr>
          <a:xfrm>
            <a:off x="0" y="828675"/>
            <a:ext cx="12192000" cy="47625"/>
          </a:xfrm>
          <a:prstGeom prst="rect">
            <a:avLst/>
          </a:prstGeom>
          <a:solidFill>
            <a:srgbClr val="FF8A1F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6CE2DF-6585-45BB-AC7D-FB3E6A908C15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Lớp học ảo trong PTIT-Learning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6433CF-0800-45B3-B1EE-2A3907C69360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2192000" cy="628650"/>
          </a:xfrm>
          <a:prstGeom prst="rect">
            <a:avLst/>
          </a:prstGeom>
          <a:solidFill>
            <a:srgbClr val="0D2A4E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21ABFA-89F7-4783-9AB7-D9AEB595DD6B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838200" cy="47625"/>
          </a:xfrm>
          <a:prstGeom prst="rect">
            <a:avLst/>
          </a:prstGeom>
          <a:solidFill>
            <a:srgbClr val="FF8A1F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A6C549-05D7-4F3F-AB9D-6C625EFB4F09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BFD9F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BFD9F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BFD9F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BFD9F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BFD9F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BFD9F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BFD9F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BFD9F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BFD9F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BFD9F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BFD9F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FD9F5"/>
                </a:solidFill>
                <a:latin typeface="Arial"/>
                <a:ea typeface="Arial"/>
                <a:cs typeface="Arial"/>
              </a:rPr>
              <a:t>PTIT-Learning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C39CEB-89D8-4F07-9D90-BDBB85441270}"/>
              </a:ext>
            </a:extLst>
          </p:cNvPr>
          <p:cNvSpPr>
            <a:spLocks noGrp="1"/>
          </p:cNvSpPr>
          <p:nvPr/>
        </p:nvSpPr>
        <p:spPr>
          <a:xfrm>
            <a:off x="9144000" y="6362700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200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4CB"/>
                </a:solidFill>
                <a:latin typeface="Arial"/>
                <a:ea typeface="Arial"/>
                <a:cs typeface="Arial"/>
              </a:rPr>
              <a:t>SRS lớp học ảo / 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D1370C-C414-469B-AE37-D09FC5BF871D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57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D9F5"/>
                </a:solidFill>
                <a:latin typeface="Arial"/>
                <a:ea typeface="Arial"/>
                <a:cs typeface="Arial"/>
              </a:rPr>
              <a:t>Một không gian học đồng bộ, gắn trực tiếp với khóa học và dữ liệu tiến độ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A1C13A-273E-45C6-ABC2-99BF25C726A5}"/>
              </a:ext>
            </a:extLst>
          </p:cNvPr>
          <p:cNvSpPr>
            <a:spLocks noGrp="1"/>
          </p:cNvSpPr>
          <p:nvPr/>
        </p:nvSpPr>
        <p:spPr>
          <a:xfrm>
            <a:off x="628650" y="1771650"/>
            <a:ext cx="419100" cy="419100"/>
          </a:xfrm>
          <a:prstGeom prst="ellipse">
            <a:avLst/>
          </a:prstGeom>
          <a:solidFill>
            <a:srgbClr val="FF8A1F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7906AA-1480-432A-ABFF-148C03A07F91}"/>
              </a:ext>
            </a:extLst>
          </p:cNvPr>
          <p:cNvSpPr>
            <a:spLocks noGrp="1"/>
          </p:cNvSpPr>
          <p:nvPr/>
        </p:nvSpPr>
        <p:spPr>
          <a:xfrm>
            <a:off x="628650" y="1781175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E8C84B-E140-4001-ADEF-F5087A4D712D}"/>
              </a:ext>
            </a:extLst>
          </p:cNvPr>
          <p:cNvSpPr>
            <a:spLocks noGrp="1"/>
          </p:cNvSpPr>
          <p:nvPr/>
        </p:nvSpPr>
        <p:spPr>
          <a:xfrm>
            <a:off x="1219200" y="1714500"/>
            <a:ext cx="445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Tham gia đúng lớp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A4B74E-2E3F-45B0-875E-EBDF3453CACF}"/>
              </a:ext>
            </a:extLst>
          </p:cNvPr>
          <p:cNvSpPr>
            <a:spLocks noGrp="1"/>
          </p:cNvSpPr>
          <p:nvPr/>
        </p:nvSpPr>
        <p:spPr>
          <a:xfrm>
            <a:off x="1219200" y="2047875"/>
            <a:ext cx="4457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D9F5"/>
                </a:solidFill>
                <a:latin typeface="Arial"/>
                <a:ea typeface="Arial"/>
                <a:cs typeface="Arial"/>
              </a:rPr>
              <a:t>Học viên vào phòng từ lịch học và quyền đăng ký đã xác nhận.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1B143EE-73D5-4D39-9D15-8A92A1A0C052}"/>
              </a:ext>
            </a:extLst>
          </p:cNvPr>
          <p:cNvSpPr>
            <a:spLocks noGrp="1"/>
          </p:cNvSpPr>
          <p:nvPr/>
        </p:nvSpPr>
        <p:spPr>
          <a:xfrm>
            <a:off x="628650" y="3009900"/>
            <a:ext cx="419100" cy="419100"/>
          </a:xfrm>
          <a:prstGeom prst="ellipse">
            <a:avLst/>
          </a:prstGeom>
          <a:solidFill>
            <a:srgbClr val="FF8A1F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C1CAE9-3FCC-400B-B869-594D8D1A70C9}"/>
              </a:ext>
            </a:extLst>
          </p:cNvPr>
          <p:cNvSpPr>
            <a:spLocks noGrp="1"/>
          </p:cNvSpPr>
          <p:nvPr/>
        </p:nvSpPr>
        <p:spPr>
          <a:xfrm>
            <a:off x="628650" y="3019425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04731A-7AC8-4FA5-9385-F44864DC22C4}"/>
              </a:ext>
            </a:extLst>
          </p:cNvPr>
          <p:cNvSpPr>
            <a:spLocks noGrp="1"/>
          </p:cNvSpPr>
          <p:nvPr/>
        </p:nvSpPr>
        <p:spPr>
          <a:xfrm>
            <a:off x="1219200" y="2952750"/>
            <a:ext cx="445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Tương tác trong phiên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D42763-C18B-4360-8C76-44F415FA5533}"/>
              </a:ext>
            </a:extLst>
          </p:cNvPr>
          <p:cNvSpPr>
            <a:spLocks noGrp="1"/>
          </p:cNvSpPr>
          <p:nvPr/>
        </p:nvSpPr>
        <p:spPr>
          <a:xfrm>
            <a:off x="1219200" y="3286125"/>
            <a:ext cx="4457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D9F5"/>
                </a:solidFill>
                <a:latin typeface="Arial"/>
                <a:ea typeface="Arial"/>
                <a:cs typeface="Arial"/>
              </a:rPr>
              <a:t>Video, âm thanh, chat, hỏi đáp, chia sẻ màn hình và bảng trắng.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AF9B7B-3111-46B4-9A9C-F3A59C9C8B6E}"/>
              </a:ext>
            </a:extLst>
          </p:cNvPr>
          <p:cNvSpPr>
            <a:spLocks noGrp="1"/>
          </p:cNvSpPr>
          <p:nvPr/>
        </p:nvSpPr>
        <p:spPr>
          <a:xfrm>
            <a:off x="628650" y="4248150"/>
            <a:ext cx="419100" cy="419100"/>
          </a:xfrm>
          <a:prstGeom prst="ellipse">
            <a:avLst/>
          </a:prstGeom>
          <a:solidFill>
            <a:srgbClr val="FF8A1F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8BAF3D-73F3-4D51-845E-E0F34D0D6911}"/>
              </a:ext>
            </a:extLst>
          </p:cNvPr>
          <p:cNvSpPr>
            <a:spLocks noGrp="1"/>
          </p:cNvSpPr>
          <p:nvPr/>
        </p:nvSpPr>
        <p:spPr>
          <a:xfrm>
            <a:off x="628650" y="4257675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E21C71-4679-4624-BA84-97B37166AACD}"/>
              </a:ext>
            </a:extLst>
          </p:cNvPr>
          <p:cNvSpPr>
            <a:spLocks noGrp="1"/>
          </p:cNvSpPr>
          <p:nvPr/>
        </p:nvSpPr>
        <p:spPr>
          <a:xfrm>
            <a:off x="1219200" y="4191000"/>
            <a:ext cx="445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Học lại có kiểm soát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140FF5-8E2F-43A9-A436-4194B63D9DB9}"/>
              </a:ext>
            </a:extLst>
          </p:cNvPr>
          <p:cNvSpPr>
            <a:spLocks noGrp="1"/>
          </p:cNvSpPr>
          <p:nvPr/>
        </p:nvSpPr>
        <p:spPr>
          <a:xfrm>
            <a:off x="1219200" y="4524375"/>
            <a:ext cx="4457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D9F5"/>
                </a:solidFill>
                <a:latin typeface="Arial"/>
                <a:ea typeface="Arial"/>
                <a:cs typeface="Arial"/>
              </a:rPr>
              <a:t>Bản ghi và học liệu chỉ hiển thị cho người có quyền truy cập.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A17F45C-0095-45F0-95DB-6638ACB6BD13}"/>
              </a:ext>
            </a:extLst>
          </p:cNvPr>
          <p:cNvSpPr>
            <a:spLocks noGrp="1"/>
          </p:cNvSpPr>
          <p:nvPr/>
        </p:nvSpPr>
        <p:spPr>
          <a:xfrm>
            <a:off x="6667500" y="1619250"/>
            <a:ext cx="4762500" cy="3429000"/>
          </a:xfrm>
          <a:prstGeom prst="roundRect">
            <a:avLst>
              <a:gd name="adj" fmla="val 4444"/>
            </a:avLst>
          </a:prstGeom>
          <a:solidFill>
            <a:srgbClr val="143B67"/>
          </a:solidFill>
          <a:ln w="19050">
            <a:solidFill>
              <a:srgbClr val="315A8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0BE469-8B3E-4589-8C96-0956B6956EEA}"/>
              </a:ext>
            </a:extLst>
          </p:cNvPr>
          <p:cNvSpPr>
            <a:spLocks noGrp="1"/>
          </p:cNvSpPr>
          <p:nvPr/>
        </p:nvSpPr>
        <p:spPr>
          <a:xfrm>
            <a:off x="7086600" y="18669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36B"/>
                </a:solidFill>
                <a:latin typeface="Arial"/>
                <a:ea typeface="Arial"/>
                <a:cs typeface="Arial"/>
              </a:rPr>
              <a:t>DÒNG DỮ LIỆU LỚP HỌC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2F71E2D-333F-4F92-8976-CF0BF3CC36B7}"/>
              </a:ext>
            </a:extLst>
          </p:cNvPr>
          <p:cNvSpPr>
            <a:spLocks noGrp="1"/>
          </p:cNvSpPr>
          <p:nvPr/>
        </p:nvSpPr>
        <p:spPr>
          <a:xfrm>
            <a:off x="7181850" y="2381250"/>
            <a:ext cx="3333750" cy="457200"/>
          </a:xfrm>
          <a:prstGeom prst="roundRect">
            <a:avLst>
              <a:gd name="adj" fmla="val 25000"/>
            </a:avLst>
          </a:prstGeom>
          <a:solidFill>
            <a:srgbClr val="0D2A4E"/>
          </a:solidFill>
          <a:ln w="9525">
            <a:solidFill>
              <a:srgbClr val="52779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31CEA7-E2B4-4D0F-A1E5-4B9484897E4A}"/>
              </a:ext>
            </a:extLst>
          </p:cNvPr>
          <p:cNvSpPr>
            <a:spLocks noGrp="1"/>
          </p:cNvSpPr>
          <p:nvPr/>
        </p:nvSpPr>
        <p:spPr>
          <a:xfrm>
            <a:off x="7353300" y="240030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Đăng ký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5022119-5237-4A94-B272-A86E5AEBB810}"/>
              </a:ext>
            </a:extLst>
          </p:cNvPr>
          <p:cNvSpPr>
            <a:spLocks noGrp="1"/>
          </p:cNvSpPr>
          <p:nvPr/>
        </p:nvSpPr>
        <p:spPr>
          <a:xfrm>
            <a:off x="8572500" y="240030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FD9F5"/>
                </a:solidFill>
                <a:latin typeface="Arial"/>
                <a:ea typeface="Arial"/>
                <a:cs typeface="Arial"/>
              </a:rPr>
              <a:t>Nguồn và khóa học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08556FD-B493-44BF-8A86-176C7A002FD2}"/>
              </a:ext>
            </a:extLst>
          </p:cNvPr>
          <p:cNvSpPr>
            <a:spLocks noGrp="1"/>
          </p:cNvSpPr>
          <p:nvPr/>
        </p:nvSpPr>
        <p:spPr>
          <a:xfrm>
            <a:off x="7181850" y="3009900"/>
            <a:ext cx="3333750" cy="457200"/>
          </a:xfrm>
          <a:prstGeom prst="roundRect">
            <a:avLst>
              <a:gd name="adj" fmla="val 25000"/>
            </a:avLst>
          </a:prstGeom>
          <a:solidFill>
            <a:srgbClr val="FF8A1F"/>
          </a:solidFill>
          <a:ln w="9525">
            <a:solidFill>
              <a:srgbClr val="FF8A1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F5925D-F741-47AC-99AE-746E947648E9}"/>
              </a:ext>
            </a:extLst>
          </p:cNvPr>
          <p:cNvSpPr>
            <a:spLocks noGrp="1"/>
          </p:cNvSpPr>
          <p:nvPr/>
        </p:nvSpPr>
        <p:spPr>
          <a:xfrm>
            <a:off x="7353300" y="302895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Phiên học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CAD288-B210-4A11-9FCA-2138BA31C2D0}"/>
              </a:ext>
            </a:extLst>
          </p:cNvPr>
          <p:cNvSpPr>
            <a:spLocks noGrp="1"/>
          </p:cNvSpPr>
          <p:nvPr/>
        </p:nvSpPr>
        <p:spPr>
          <a:xfrm>
            <a:off x="8572500" y="302895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200" b="0">
                <a:solidFill>
                  <a:srgbClr val="071A33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71A33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71A33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71A33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71A33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71A33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71A33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71A33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71A33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71A33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71A33"/>
                </a:solidFill>
                <a:latin typeface="Arial"/>
                <a:ea typeface="Arial"/>
                <a:cs typeface="Arial"/>
              </a:rPr>
              <a:t>Lịch và quyền truy cập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79355EF-1D99-4484-97E8-F8F126AEDA97}"/>
              </a:ext>
            </a:extLst>
          </p:cNvPr>
          <p:cNvSpPr>
            <a:spLocks noGrp="1"/>
          </p:cNvSpPr>
          <p:nvPr/>
        </p:nvSpPr>
        <p:spPr>
          <a:xfrm>
            <a:off x="7181850" y="3638550"/>
            <a:ext cx="3333750" cy="457200"/>
          </a:xfrm>
          <a:prstGeom prst="roundRect">
            <a:avLst>
              <a:gd name="adj" fmla="val 25000"/>
            </a:avLst>
          </a:prstGeom>
          <a:solidFill>
            <a:srgbClr val="0D2A4E"/>
          </a:solidFill>
          <a:ln w="9525">
            <a:solidFill>
              <a:srgbClr val="52779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461A9B-08EF-4A74-8A12-83EFFF70A757}"/>
              </a:ext>
            </a:extLst>
          </p:cNvPr>
          <p:cNvSpPr>
            <a:spLocks noGrp="1"/>
          </p:cNvSpPr>
          <p:nvPr/>
        </p:nvSpPr>
        <p:spPr>
          <a:xfrm>
            <a:off x="7353300" y="365760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Chuyên cần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E333647-61A1-4AB7-BD76-B28064E60A46}"/>
              </a:ext>
            </a:extLst>
          </p:cNvPr>
          <p:cNvSpPr>
            <a:spLocks noGrp="1"/>
          </p:cNvSpPr>
          <p:nvPr/>
        </p:nvSpPr>
        <p:spPr>
          <a:xfrm>
            <a:off x="8572500" y="365760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FD9F5"/>
                </a:solidFill>
                <a:latin typeface="Arial"/>
                <a:ea typeface="Arial"/>
                <a:cs typeface="Arial"/>
              </a:rPr>
              <a:t>Thời lượng và hoạt động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6F1312C-75B7-4015-B175-DCF4C4A2F446}"/>
              </a:ext>
            </a:extLst>
          </p:cNvPr>
          <p:cNvSpPr>
            <a:spLocks noGrp="1"/>
          </p:cNvSpPr>
          <p:nvPr/>
        </p:nvSpPr>
        <p:spPr>
          <a:xfrm>
            <a:off x="7181850" y="4267200"/>
            <a:ext cx="3333750" cy="457200"/>
          </a:xfrm>
          <a:prstGeom prst="roundRect">
            <a:avLst>
              <a:gd name="adj" fmla="val 25000"/>
            </a:avLst>
          </a:prstGeom>
          <a:solidFill>
            <a:srgbClr val="0D2A4E"/>
          </a:solidFill>
          <a:ln w="9525">
            <a:solidFill>
              <a:srgbClr val="52779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07CE56-613E-473A-8525-DB42A1209995}"/>
              </a:ext>
            </a:extLst>
          </p:cNvPr>
          <p:cNvSpPr>
            <a:spLocks noGrp="1"/>
          </p:cNvSpPr>
          <p:nvPr/>
        </p:nvSpPr>
        <p:spPr>
          <a:xfrm>
            <a:off x="7353300" y="428625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52FCCD5-B5DF-43AC-A858-B54E03FCD20A}"/>
              </a:ext>
            </a:extLst>
          </p:cNvPr>
          <p:cNvSpPr>
            <a:spLocks noGrp="1"/>
          </p:cNvSpPr>
          <p:nvPr/>
        </p:nvSpPr>
        <p:spPr>
          <a:xfrm>
            <a:off x="8572500" y="428625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FD9F5"/>
                </a:solidFill>
                <a:latin typeface="Arial"/>
                <a:ea typeface="Arial"/>
                <a:cs typeface="Arial"/>
              </a:rPr>
              <a:t>Tiến độ và đánh giá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D3E1306-305C-4D91-9BC9-2518D8A2A9D3}"/>
              </a:ext>
            </a:extLst>
          </p:cNvPr>
          <p:cNvSpPr>
            <a:spLocks noGrp="1"/>
          </p:cNvSpPr>
          <p:nvPr/>
        </p:nvSpPr>
        <p:spPr>
          <a:xfrm>
            <a:off x="6934200" y="5143500"/>
            <a:ext cx="4210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D9F5"/>
                </a:solidFill>
                <a:latin typeface="Arial"/>
                <a:ea typeface="Arial"/>
                <a:cs typeface="Arial"/>
              </a:rPr>
              <a:t>Mỗi sự kiện cập nhật hồ sơ học tập và báo cáo vận hành.</a:t>
            </a:r>
          </a:p>
        </p:txBody>
      </p:sp>
    </p:spTree>
    <p:extLst>
      <p:ext uri="{BB962C8B-B14F-4D97-AF65-F5344CB8AC3E}">
        <p14:creationId xmlns:p14="http://schemas.microsoft.com/office/powerpoint/2010/main" val="53662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A51BA593-8613-40C8-8A3D-CA9BCA525D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0D2A4E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AC6649-46BF-4428-993D-359301DB58C4}"/>
              </a:ext>
            </a:extLst>
          </p:cNvPr>
          <p:cNvSpPr>
            <a:spLocks noGrp="1"/>
          </p:cNvSpPr>
          <p:nvPr/>
        </p:nvSpPr>
        <p:spPr>
          <a:xfrm>
            <a:off x="0" y="828675"/>
            <a:ext cx="12192000" cy="47625"/>
          </a:xfrm>
          <a:prstGeom prst="rect">
            <a:avLst/>
          </a:prstGeom>
          <a:solidFill>
            <a:srgbClr val="FF8A1F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141D5E-BD8B-4CEC-A6A4-4462A9C5A126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Lộ trình học tập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7530A7-9DE9-4147-99BB-4A3615D208E8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2192000" cy="628650"/>
          </a:xfrm>
          <a:prstGeom prst="rect">
            <a:avLst/>
          </a:prstGeom>
          <a:solidFill>
            <a:srgbClr val="0D2A4E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E43A43-4BE4-45EA-8C3A-6A1D0BD5C703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838200" cy="47625"/>
          </a:xfrm>
          <a:prstGeom prst="rect">
            <a:avLst/>
          </a:prstGeom>
          <a:solidFill>
            <a:srgbClr val="FF8A1F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FF69D8-DDEF-4444-8C4E-E7A5B6553C01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BFD9F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BFD9F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BFD9F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BFD9F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BFD9F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BFD9F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BFD9F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BFD9F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BFD9F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BFD9F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BFD9F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FD9F5"/>
                </a:solidFill>
                <a:latin typeface="Arial"/>
                <a:ea typeface="Arial"/>
                <a:cs typeface="Arial"/>
              </a:rPr>
              <a:t>PTIT-Learning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B806D3-3E91-4B58-A01A-A3689701A6D4}"/>
              </a:ext>
            </a:extLst>
          </p:cNvPr>
          <p:cNvSpPr>
            <a:spLocks noGrp="1"/>
          </p:cNvSpPr>
          <p:nvPr/>
        </p:nvSpPr>
        <p:spPr>
          <a:xfrm>
            <a:off x="9144000" y="6362700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200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9FB4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4CB"/>
                </a:solidFill>
                <a:latin typeface="Arial"/>
                <a:ea typeface="Arial"/>
                <a:cs typeface="Arial"/>
              </a:rPr>
              <a:t>SRS lớp học ảo / 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5BA688-FF7A-45F7-B3E6-123AB36FDD67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D9F5"/>
                </a:solidFill>
                <a:latin typeface="Arial"/>
                <a:ea typeface="Arial"/>
                <a:cs typeface="Arial"/>
              </a:rPr>
              <a:t>Từ lựa chọn khóa học đến hoàn thành và nhận kết quả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2182DA1-271F-47D6-8D79-2A1C6A925224}"/>
              </a:ext>
            </a:extLst>
          </p:cNvPr>
          <p:cNvSpPr>
            <a:spLocks noGrp="1"/>
          </p:cNvSpPr>
          <p:nvPr/>
        </p:nvSpPr>
        <p:spPr>
          <a:xfrm>
            <a:off x="552450" y="2133600"/>
            <a:ext cx="1952625" cy="2076450"/>
          </a:xfrm>
          <a:prstGeom prst="roundRect">
            <a:avLst>
              <a:gd name="adj" fmla="val 7805"/>
            </a:avLst>
          </a:prstGeom>
          <a:solidFill>
            <a:srgbClr val="143B67"/>
          </a:solidFill>
          <a:ln w="19050">
            <a:solidFill>
              <a:srgbClr val="3D648C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06B58-0C92-4700-BA8A-46322CBC9961}"/>
              </a:ext>
            </a:extLst>
          </p:cNvPr>
          <p:cNvSpPr>
            <a:spLocks noGrp="1"/>
          </p:cNvSpPr>
          <p:nvPr/>
        </p:nvSpPr>
        <p:spPr>
          <a:xfrm>
            <a:off x="1247775" y="2343150"/>
            <a:ext cx="552450" cy="552450"/>
          </a:xfrm>
          <a:prstGeom prst="ellipse">
            <a:avLst/>
          </a:prstGeom>
          <a:solidFill>
            <a:srgbClr val="FF8A1F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B06ED0-9607-474D-A451-00783F11A976}"/>
              </a:ext>
            </a:extLst>
          </p:cNvPr>
          <p:cNvSpPr>
            <a:spLocks noGrp="1"/>
          </p:cNvSpPr>
          <p:nvPr/>
        </p:nvSpPr>
        <p:spPr>
          <a:xfrm>
            <a:off x="1247775" y="2400300"/>
            <a:ext cx="552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9EB02D-6286-4AD8-A01A-DE0823A52C6A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1685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Khám phá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331592-5CE3-41DB-B61A-D694688ABDD3}"/>
              </a:ext>
            </a:extLst>
          </p:cNvPr>
          <p:cNvSpPr>
            <a:spLocks noGrp="1"/>
          </p:cNvSpPr>
          <p:nvPr/>
        </p:nvSpPr>
        <p:spPr>
          <a:xfrm>
            <a:off x="723900" y="3486150"/>
            <a:ext cx="16097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FD9F5"/>
                </a:solidFill>
                <a:latin typeface="Arial"/>
                <a:ea typeface="Arial"/>
                <a:cs typeface="Arial"/>
              </a:rPr>
              <a:t>Tìm khóa học</a:t>
            </a:r>
          </a:p>
          <a:p>
            <a: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FD9F5"/>
                </a:solidFill>
                <a:latin typeface="Arial"/>
                <a:ea typeface="Arial"/>
                <a:cs typeface="Arial"/>
              </a:rPr>
              <a:t>theo mục tiêu</a:t>
            </a:r>
          </a:p>
        </p:txBody>
      </p:sp>
      <p:sp>
        <p:nvSpPr>
          <p:cNvPr id="14" name="Chevron 13">
            <a:extLst>
              <a:ext uri="{FF2B5EF4-FFF2-40B4-BE49-F238E27FC236}">
                <a16:creationId xmlns:a16="http://schemas.microsoft.com/office/drawing/2014/main" id="{700474DD-A9B4-4E6A-9E36-AD41DC7271BF}"/>
              </a:ext>
            </a:extLst>
          </p:cNvPr>
          <p:cNvSpPr>
            <a:spLocks noGrp="1"/>
          </p:cNvSpPr>
          <p:nvPr/>
        </p:nvSpPr>
        <p:spPr>
          <a:xfrm>
            <a:off x="2571750" y="2971800"/>
            <a:ext cx="228600" cy="400050"/>
          </a:xfrm>
          <a:prstGeom prst="chevron">
            <a:avLst/>
          </a:prstGeom>
          <a:solidFill>
            <a:srgbClr val="FF8A1F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E1B0143-B1EB-44F2-9D77-7B5BD1103F09}"/>
              </a:ext>
            </a:extLst>
          </p:cNvPr>
          <p:cNvSpPr>
            <a:spLocks noGrp="1"/>
          </p:cNvSpPr>
          <p:nvPr/>
        </p:nvSpPr>
        <p:spPr>
          <a:xfrm>
            <a:off x="2857500" y="2133600"/>
            <a:ext cx="1952625" cy="2076450"/>
          </a:xfrm>
          <a:prstGeom prst="roundRect">
            <a:avLst>
              <a:gd name="adj" fmla="val 7805"/>
            </a:avLst>
          </a:prstGeom>
          <a:solidFill>
            <a:srgbClr val="143B67"/>
          </a:solidFill>
          <a:ln w="19050">
            <a:solidFill>
              <a:srgbClr val="3D648C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55FC9BE-D1A9-46EB-B488-BA355CE62FDA}"/>
              </a:ext>
            </a:extLst>
          </p:cNvPr>
          <p:cNvSpPr>
            <a:spLocks noGrp="1"/>
          </p:cNvSpPr>
          <p:nvPr/>
        </p:nvSpPr>
        <p:spPr>
          <a:xfrm>
            <a:off x="3552825" y="2343150"/>
            <a:ext cx="552450" cy="552450"/>
          </a:xfrm>
          <a:prstGeom prst="ellipse">
            <a:avLst/>
          </a:prstGeom>
          <a:solidFill>
            <a:srgbClr val="FF8A1F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1D7951-B747-46E8-874F-C73FFA53A5AA}"/>
              </a:ext>
            </a:extLst>
          </p:cNvPr>
          <p:cNvSpPr>
            <a:spLocks noGrp="1"/>
          </p:cNvSpPr>
          <p:nvPr/>
        </p:nvSpPr>
        <p:spPr>
          <a:xfrm>
            <a:off x="3552825" y="2400300"/>
            <a:ext cx="552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625467-263E-4B59-AAC8-CA7D1EC71919}"/>
              </a:ext>
            </a:extLst>
          </p:cNvPr>
          <p:cNvSpPr>
            <a:spLocks noGrp="1"/>
          </p:cNvSpPr>
          <p:nvPr/>
        </p:nvSpPr>
        <p:spPr>
          <a:xfrm>
            <a:off x="2990850" y="3067050"/>
            <a:ext cx="1685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Đăng ký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CE7879-9080-4A6F-8AD7-35EDB9752D11}"/>
              </a:ext>
            </a:extLst>
          </p:cNvPr>
          <p:cNvSpPr>
            <a:spLocks noGrp="1"/>
          </p:cNvSpPr>
          <p:nvPr/>
        </p:nvSpPr>
        <p:spPr>
          <a:xfrm>
            <a:off x="3028950" y="3486150"/>
            <a:ext cx="16097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FD9F5"/>
                </a:solidFill>
                <a:latin typeface="Arial"/>
                <a:ea typeface="Arial"/>
                <a:cs typeface="Arial"/>
              </a:rPr>
              <a:t>Xác nhận điều kiện</a:t>
            </a:r>
          </a:p>
          <a:p>
            <a: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FD9F5"/>
                </a:solidFill>
                <a:latin typeface="Arial"/>
                <a:ea typeface="Arial"/>
                <a:cs typeface="Arial"/>
              </a:rPr>
              <a:t>và lịch học</a:t>
            </a:r>
          </a:p>
        </p:txBody>
      </p:sp>
      <p:sp>
        <p:nvSpPr>
          <p:cNvPr id="20" name="Chevron 19">
            <a:extLst>
              <a:ext uri="{FF2B5EF4-FFF2-40B4-BE49-F238E27FC236}">
                <a16:creationId xmlns:a16="http://schemas.microsoft.com/office/drawing/2014/main" id="{D119D443-3031-49D6-B0D6-27080A84A1F9}"/>
              </a:ext>
            </a:extLst>
          </p:cNvPr>
          <p:cNvSpPr>
            <a:spLocks noGrp="1"/>
          </p:cNvSpPr>
          <p:nvPr/>
        </p:nvSpPr>
        <p:spPr>
          <a:xfrm>
            <a:off x="4876800" y="2971800"/>
            <a:ext cx="228600" cy="400050"/>
          </a:xfrm>
          <a:prstGeom prst="chevron">
            <a:avLst/>
          </a:prstGeom>
          <a:solidFill>
            <a:srgbClr val="FF8A1F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53A9020-AE3C-472F-80A7-DBB20F227780}"/>
              </a:ext>
            </a:extLst>
          </p:cNvPr>
          <p:cNvSpPr>
            <a:spLocks noGrp="1"/>
          </p:cNvSpPr>
          <p:nvPr/>
        </p:nvSpPr>
        <p:spPr>
          <a:xfrm>
            <a:off x="5162550" y="2133600"/>
            <a:ext cx="1952625" cy="2076450"/>
          </a:xfrm>
          <a:prstGeom prst="roundRect">
            <a:avLst>
              <a:gd name="adj" fmla="val 7805"/>
            </a:avLst>
          </a:prstGeom>
          <a:solidFill>
            <a:srgbClr val="FF8A1F"/>
          </a:solidFill>
          <a:ln w="19050">
            <a:solidFill>
              <a:srgbClr val="FF8A1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4B4C651-1703-4F2A-AB2F-910BA33ABB77}"/>
              </a:ext>
            </a:extLst>
          </p:cNvPr>
          <p:cNvSpPr>
            <a:spLocks noGrp="1"/>
          </p:cNvSpPr>
          <p:nvPr/>
        </p:nvSpPr>
        <p:spPr>
          <a:xfrm>
            <a:off x="5857875" y="2343150"/>
            <a:ext cx="552450" cy="552450"/>
          </a:xfrm>
          <a:prstGeom prst="ellipse">
            <a:avLst/>
          </a:prstGeom>
          <a:solidFill>
            <a:srgbClr val="071A33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F21E88-419A-495B-A2DC-6A75646AA033}"/>
              </a:ext>
            </a:extLst>
          </p:cNvPr>
          <p:cNvSpPr>
            <a:spLocks noGrp="1"/>
          </p:cNvSpPr>
          <p:nvPr/>
        </p:nvSpPr>
        <p:spPr>
          <a:xfrm>
            <a:off x="5857875" y="2400300"/>
            <a:ext cx="552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F10B1D-2F26-4812-9813-A1164220B671}"/>
              </a:ext>
            </a:extLst>
          </p:cNvPr>
          <p:cNvSpPr>
            <a:spLocks noGrp="1"/>
          </p:cNvSpPr>
          <p:nvPr/>
        </p:nvSpPr>
        <p:spPr>
          <a:xfrm>
            <a:off x="5295900" y="3067050"/>
            <a:ext cx="1685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75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75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Học trực tuyến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EA4B711-FC23-44E1-A50E-283F2D619EA9}"/>
              </a:ext>
            </a:extLst>
          </p:cNvPr>
          <p:cNvSpPr>
            <a:spLocks noGrp="1"/>
          </p:cNvSpPr>
          <p:nvPr/>
        </p:nvSpPr>
        <p:spPr>
          <a:xfrm>
            <a:off x="5334000" y="3486150"/>
            <a:ext cx="16097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0">
                <a:solidFill>
                  <a:srgbClr val="071A33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71A33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71A33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71A33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71A33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71A33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71A33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71A33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71A33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71A3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71A33"/>
                </a:solidFill>
                <a:latin typeface="Arial"/>
                <a:ea typeface="Arial"/>
                <a:cs typeface="Arial"/>
              </a:rPr>
              <a:t>Tham gia phiên học</a:t>
            </a:r>
          </a:p>
          <a:p>
            <a:pPr algn="ctr">
              <a:defRPr sz="1200" b="0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71A33"/>
                </a:solidFill>
                <a:latin typeface="Arial"/>
                <a:ea typeface="Arial"/>
                <a:cs typeface="Arial"/>
              </a:rPr>
              <a:t>và tương tác</a:t>
            </a:r>
          </a:p>
        </p:txBody>
      </p:sp>
      <p:sp>
        <p:nvSpPr>
          <p:cNvPr id="26" name="Chevron 25">
            <a:extLst>
              <a:ext uri="{FF2B5EF4-FFF2-40B4-BE49-F238E27FC236}">
                <a16:creationId xmlns:a16="http://schemas.microsoft.com/office/drawing/2014/main" id="{A88DCBE1-57B3-49E4-A5F5-8B49D3E908F0}"/>
              </a:ext>
            </a:extLst>
          </p:cNvPr>
          <p:cNvSpPr>
            <a:spLocks noGrp="1"/>
          </p:cNvSpPr>
          <p:nvPr/>
        </p:nvSpPr>
        <p:spPr>
          <a:xfrm>
            <a:off x="7181850" y="2971800"/>
            <a:ext cx="228600" cy="400050"/>
          </a:xfrm>
          <a:prstGeom prst="chevron">
            <a:avLst/>
          </a:prstGeom>
          <a:solidFill>
            <a:srgbClr val="FF8A1F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01BE117-D71E-48A0-BCA6-3CF08A074AB6}"/>
              </a:ext>
            </a:extLst>
          </p:cNvPr>
          <p:cNvSpPr>
            <a:spLocks noGrp="1"/>
          </p:cNvSpPr>
          <p:nvPr/>
        </p:nvSpPr>
        <p:spPr>
          <a:xfrm>
            <a:off x="7467600" y="2133600"/>
            <a:ext cx="1952625" cy="2076450"/>
          </a:xfrm>
          <a:prstGeom prst="roundRect">
            <a:avLst>
              <a:gd name="adj" fmla="val 7805"/>
            </a:avLst>
          </a:prstGeom>
          <a:solidFill>
            <a:srgbClr val="143B67"/>
          </a:solidFill>
          <a:ln w="19050">
            <a:solidFill>
              <a:srgbClr val="3D648C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15EEA67-BD5D-44E8-AEAD-1BFB9C44E4AC}"/>
              </a:ext>
            </a:extLst>
          </p:cNvPr>
          <p:cNvSpPr>
            <a:spLocks noGrp="1"/>
          </p:cNvSpPr>
          <p:nvPr/>
        </p:nvSpPr>
        <p:spPr>
          <a:xfrm>
            <a:off x="8162925" y="2343150"/>
            <a:ext cx="552450" cy="552450"/>
          </a:xfrm>
          <a:prstGeom prst="ellipse">
            <a:avLst/>
          </a:prstGeom>
          <a:solidFill>
            <a:srgbClr val="FF8A1F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4D6BB60-5B0D-422D-88E8-6A0A0E5E489C}"/>
              </a:ext>
            </a:extLst>
          </p:cNvPr>
          <p:cNvSpPr>
            <a:spLocks noGrp="1"/>
          </p:cNvSpPr>
          <p:nvPr/>
        </p:nvSpPr>
        <p:spPr>
          <a:xfrm>
            <a:off x="8162925" y="2400300"/>
            <a:ext cx="552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AA62155-09D1-46C5-B593-F0A1AC653B53}"/>
              </a:ext>
            </a:extLst>
          </p:cNvPr>
          <p:cNvSpPr>
            <a:spLocks noGrp="1"/>
          </p:cNvSpPr>
          <p:nvPr/>
        </p:nvSpPr>
        <p:spPr>
          <a:xfrm>
            <a:off x="7600950" y="3067050"/>
            <a:ext cx="1685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Đánh giá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B881275-C2F3-43C2-8E9E-644362721876}"/>
              </a:ext>
            </a:extLst>
          </p:cNvPr>
          <p:cNvSpPr>
            <a:spLocks noGrp="1"/>
          </p:cNvSpPr>
          <p:nvPr/>
        </p:nvSpPr>
        <p:spPr>
          <a:xfrm>
            <a:off x="7639050" y="3486150"/>
            <a:ext cx="16097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FD9F5"/>
                </a:solidFill>
                <a:latin typeface="Arial"/>
                <a:ea typeface="Arial"/>
                <a:cs typeface="Arial"/>
              </a:rPr>
              <a:t>Bài kiểm tra</a:t>
            </a:r>
          </a:p>
          <a:p>
            <a: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FD9F5"/>
                </a:solidFill>
                <a:latin typeface="Arial"/>
                <a:ea typeface="Arial"/>
                <a:cs typeface="Arial"/>
              </a:rPr>
              <a:t>và chuyên cần</a:t>
            </a:r>
          </a:p>
        </p:txBody>
      </p:sp>
      <p:sp>
        <p:nvSpPr>
          <p:cNvPr id="32" name="Chevron 31">
            <a:extLst>
              <a:ext uri="{FF2B5EF4-FFF2-40B4-BE49-F238E27FC236}">
                <a16:creationId xmlns:a16="http://schemas.microsoft.com/office/drawing/2014/main" id="{562F33A4-BA8A-4561-9735-2002EA16C6E2}"/>
              </a:ext>
            </a:extLst>
          </p:cNvPr>
          <p:cNvSpPr>
            <a:spLocks noGrp="1"/>
          </p:cNvSpPr>
          <p:nvPr/>
        </p:nvSpPr>
        <p:spPr>
          <a:xfrm>
            <a:off x="9486900" y="2971800"/>
            <a:ext cx="228600" cy="400050"/>
          </a:xfrm>
          <a:prstGeom prst="chevron">
            <a:avLst/>
          </a:prstGeom>
          <a:solidFill>
            <a:srgbClr val="FF8A1F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D9EED7D-143B-46A0-85A2-F67FE5807DAB}"/>
              </a:ext>
            </a:extLst>
          </p:cNvPr>
          <p:cNvSpPr>
            <a:spLocks noGrp="1"/>
          </p:cNvSpPr>
          <p:nvPr/>
        </p:nvSpPr>
        <p:spPr>
          <a:xfrm>
            <a:off x="9772650" y="2133600"/>
            <a:ext cx="1952625" cy="2076450"/>
          </a:xfrm>
          <a:prstGeom prst="roundRect">
            <a:avLst>
              <a:gd name="adj" fmla="val 7805"/>
            </a:avLst>
          </a:prstGeom>
          <a:solidFill>
            <a:srgbClr val="143B67"/>
          </a:solidFill>
          <a:ln w="19050">
            <a:solidFill>
              <a:srgbClr val="3D648C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007C0B1-358D-4A70-8C44-32000098C8F6}"/>
              </a:ext>
            </a:extLst>
          </p:cNvPr>
          <p:cNvSpPr>
            <a:spLocks noGrp="1"/>
          </p:cNvSpPr>
          <p:nvPr/>
        </p:nvSpPr>
        <p:spPr>
          <a:xfrm>
            <a:off x="10467975" y="2343150"/>
            <a:ext cx="552450" cy="552450"/>
          </a:xfrm>
          <a:prstGeom prst="ellipse">
            <a:avLst/>
          </a:prstGeom>
          <a:solidFill>
            <a:srgbClr val="FF8A1F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6CEA8D0-4E5A-409B-B3DC-87DBDCB8DFC1}"/>
              </a:ext>
            </a:extLst>
          </p:cNvPr>
          <p:cNvSpPr>
            <a:spLocks noGrp="1"/>
          </p:cNvSpPr>
          <p:nvPr/>
        </p:nvSpPr>
        <p:spPr>
          <a:xfrm>
            <a:off x="10467975" y="2400300"/>
            <a:ext cx="552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5A39CDD-1318-4DFE-BC88-B6733E9E2AE2}"/>
              </a:ext>
            </a:extLst>
          </p:cNvPr>
          <p:cNvSpPr>
            <a:spLocks noGrp="1"/>
          </p:cNvSpPr>
          <p:nvPr/>
        </p:nvSpPr>
        <p:spPr>
          <a:xfrm>
            <a:off x="9906000" y="3067050"/>
            <a:ext cx="1685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Hoàn thành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0D9BA70-0CDA-4D2C-BB22-B593EA19255E}"/>
              </a:ext>
            </a:extLst>
          </p:cNvPr>
          <p:cNvSpPr>
            <a:spLocks noGrp="1"/>
          </p:cNvSpPr>
          <p:nvPr/>
        </p:nvSpPr>
        <p:spPr>
          <a:xfrm>
            <a:off x="9944100" y="3486150"/>
            <a:ext cx="16097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FD9F5"/>
                </a:solidFill>
                <a:latin typeface="Arial"/>
                <a:ea typeface="Arial"/>
                <a:cs typeface="Arial"/>
              </a:rPr>
              <a:t>Kết quả, bản ghi</a:t>
            </a:r>
          </a:p>
          <a:p>
            <a:pPr algn="ctr">
              <a:defRPr sz="1200" b="0">
                <a:solidFill>
                  <a:srgbClr val="BFD9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FD9F5"/>
                </a:solidFill>
                <a:latin typeface="Arial"/>
                <a:ea typeface="Arial"/>
                <a:cs typeface="Arial"/>
              </a:rPr>
              <a:t>và chứng nhận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B3F7839-4C6D-4C51-B3A6-08AACE4BB73F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65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FFC3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36B"/>
                </a:solidFill>
                <a:latin typeface="Arial"/>
                <a:ea typeface="Arial"/>
                <a:cs typeface="Arial"/>
              </a:rPr>
              <a:t>Điểm kiểm soát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0470243-57DF-4231-A266-CEC75BA27A56}"/>
              </a:ext>
            </a:extLst>
          </p:cNvPr>
          <p:cNvSpPr>
            <a:spLocks noGrp="1"/>
          </p:cNvSpPr>
          <p:nvPr/>
        </p:nvSpPr>
        <p:spPr>
          <a:xfrm>
            <a:off x="2381250" y="47625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Điều kiện tiên quyết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F8FD68A-4332-48C3-AD3C-B581BF048A31}"/>
              </a:ext>
            </a:extLst>
          </p:cNvPr>
          <p:cNvSpPr>
            <a:spLocks noGrp="1"/>
          </p:cNvSpPr>
          <p:nvPr/>
        </p:nvSpPr>
        <p:spPr>
          <a:xfrm>
            <a:off x="4895850" y="47625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Quyền truy cập lớp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481D1F3-9E5D-45C9-8D69-0F0902B9A23B}"/>
              </a:ext>
            </a:extLst>
          </p:cNvPr>
          <p:cNvSpPr>
            <a:spLocks noGrp="1"/>
          </p:cNvSpPr>
          <p:nvPr/>
        </p:nvSpPr>
        <p:spPr>
          <a:xfrm>
            <a:off x="7410450" y="4762500"/>
            <a:ext cx="2400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Chuyên cần và bài kiểm tra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C3AC373-C347-43E6-B5BA-20D6CECE7067}"/>
              </a:ext>
            </a:extLst>
          </p:cNvPr>
          <p:cNvSpPr>
            <a:spLocks noGrp="1"/>
          </p:cNvSpPr>
          <p:nvPr/>
        </p:nvSpPr>
        <p:spPr>
          <a:xfrm>
            <a:off x="9906000" y="4762500"/>
            <a:ext cx="167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Hoàn thành yêu cầu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5B4632A-66B6-4C64-BCF4-DBC1C4DAF166}"/>
              </a:ext>
            </a:extLst>
          </p:cNvPr>
          <p:cNvSpPr>
            <a:spLocks noGrp="1"/>
          </p:cNvSpPr>
          <p:nvPr/>
        </p:nvSpPr>
        <p:spPr>
          <a:xfrm>
            <a:off x="2381250" y="5162550"/>
            <a:ext cx="9201150" cy="19050"/>
          </a:xfrm>
          <a:prstGeom prst="rect">
            <a:avLst/>
          </a:prstGeom>
          <a:solidFill>
            <a:srgbClr val="4E7398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0CE289F-3ABC-4FDF-A80F-9AEC6AC155B4}"/>
              </a:ext>
            </a:extLst>
          </p:cNvPr>
          <p:cNvSpPr>
            <a:spLocks noGrp="1"/>
          </p:cNvSpPr>
          <p:nvPr/>
        </p:nvSpPr>
        <p:spPr>
          <a:xfrm>
            <a:off x="3429000" y="5095875"/>
            <a:ext cx="152400" cy="152400"/>
          </a:xfrm>
          <a:prstGeom prst="ellipse">
            <a:avLst/>
          </a:prstGeom>
          <a:solidFill>
            <a:srgbClr val="FF8A1F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40C83D4-4911-426F-8746-766BE7170810}"/>
              </a:ext>
            </a:extLst>
          </p:cNvPr>
          <p:cNvSpPr>
            <a:spLocks noGrp="1"/>
          </p:cNvSpPr>
          <p:nvPr/>
        </p:nvSpPr>
        <p:spPr>
          <a:xfrm>
            <a:off x="5943600" y="5095875"/>
            <a:ext cx="152400" cy="152400"/>
          </a:xfrm>
          <a:prstGeom prst="ellipse">
            <a:avLst/>
          </a:prstGeom>
          <a:solidFill>
            <a:srgbClr val="FF8A1F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5AA5C2C-B4F7-4DDE-91B7-F77A0AC9F0E0}"/>
              </a:ext>
            </a:extLst>
          </p:cNvPr>
          <p:cNvSpPr>
            <a:spLocks noGrp="1"/>
          </p:cNvSpPr>
          <p:nvPr/>
        </p:nvSpPr>
        <p:spPr>
          <a:xfrm>
            <a:off x="8591550" y="5095875"/>
            <a:ext cx="152400" cy="152400"/>
          </a:xfrm>
          <a:prstGeom prst="ellipse">
            <a:avLst/>
          </a:prstGeom>
          <a:solidFill>
            <a:srgbClr val="FF8A1F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C2A68C3-412C-4592-BA3D-39BE54E2C358}"/>
              </a:ext>
            </a:extLst>
          </p:cNvPr>
          <p:cNvSpPr>
            <a:spLocks noGrp="1"/>
          </p:cNvSpPr>
          <p:nvPr/>
        </p:nvSpPr>
        <p:spPr>
          <a:xfrm>
            <a:off x="11201400" y="5095875"/>
            <a:ext cx="152400" cy="152400"/>
          </a:xfrm>
          <a:prstGeom prst="ellipse">
            <a:avLst/>
          </a:prstGeom>
          <a:solidFill>
            <a:srgbClr val="FF8A1F"/>
          </a:solidFill>
          <a:ln w="0">
            <a:noFill/>
            <a:prstDash val="solid"/>
          </a:ln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8919771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</Words>
  <Application>Microsoft Macintosh PowerPoint</Application>
  <DocSecurity>0</DocSecurity>
  <PresentationFormat>Widescreen</PresentationFormat>
  <Paragraphs>61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Aptos</vt:lpstr>
      <vt:lpstr>Arial</vt:lpstr>
      <vt:lpstr>ChatGPT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áas ui</cp:lastModifiedBy>
  <cp:revision>1</cp:revision>
  <dcterms:created xsi:type="dcterms:W3CDTF">2026-10-26T13:09:32Z</dcterms:created>
  <dcterms:modified xsi:type="dcterms:W3CDTF">2026-10-26T14:22:22Z</dcterms:modified>
</cp:coreProperties>
</file>